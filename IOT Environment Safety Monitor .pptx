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2bdc47b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2bdc47b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2bdc47b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2bdc47b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2bdc47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62bdc47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f8fd392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f8fd392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8f8fd392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8f8fd392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62bdc47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62bdc47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62bdc47b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62bdc47b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node.j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89100"/>
            <a:ext cx="8520600" cy="13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4080">
                <a:latin typeface="Times New Roman"/>
                <a:ea typeface="Times New Roman"/>
                <a:cs typeface="Times New Roman"/>
                <a:sym typeface="Times New Roman"/>
              </a:rPr>
              <a:t>Environment Safety Monitor </a:t>
            </a:r>
            <a:endParaRPr sz="40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288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latin typeface="Times New Roman"/>
                <a:ea typeface="Times New Roman"/>
                <a:cs typeface="Times New Roman"/>
                <a:sym typeface="Times New Roman"/>
              </a:rPr>
              <a:t>Vlad-Mihail Teodoroiu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latin typeface="Times New Roman"/>
                <a:ea typeface="Times New Roman"/>
                <a:cs typeface="Times New Roman"/>
                <a:sym typeface="Times New Roman"/>
              </a:rPr>
              <a:t>https://github.com/TeodoroiuVlad-Mihail/IOT_project-Environment-Safety-Monitor</a:t>
            </a:r>
            <a:br>
              <a:rPr lang="ro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4520"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endParaRPr sz="4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83825"/>
            <a:ext cx="8520600" cy="34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o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Safety: Detect hazardous events like gas leaks, vibrations (earthquakes), or high noise levels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o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Multi-location Monitoring: Ability to collect environmental data from multiple locations simultaneously, helping identify the source of anomalies.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o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Awareness: Immediate notifications and live dashboard allow timely intervention before small issues become serious.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Times New Roman"/>
                <a:ea typeface="Times New Roman"/>
                <a:cs typeface="Times New Roman"/>
                <a:sym typeface="Times New Roman"/>
              </a:rPr>
              <a:t>The Plan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17725"/>
            <a:ext cx="8075100" cy="9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o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Nodes: collect data then expose it through CoAP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o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Server: polls nodes, stores latest data, serves web dashboard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o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Interface: Live display of multiple nodes, auto-refresh, JSON debug output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o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15" title="Overall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475" y="1987563"/>
            <a:ext cx="7629525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</a:rPr>
              <a:t>ESP32 boards as sensor nodes</a:t>
            </a:r>
            <a:endParaRPr sz="11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</a:rPr>
              <a:t>Sensors:</a:t>
            </a:r>
            <a:r>
              <a:rPr lang="ro" sz="1100">
                <a:solidFill>
                  <a:schemeClr val="dk1"/>
                </a:solidFill>
              </a:rPr>
              <a:t> </a:t>
            </a:r>
            <a:r>
              <a:rPr lang="ro" sz="1100">
                <a:solidFill>
                  <a:schemeClr val="dk1"/>
                </a:solidFill>
              </a:rPr>
              <a:t>BMP180</a:t>
            </a:r>
            <a:r>
              <a:rPr lang="ro" sz="1100">
                <a:solidFill>
                  <a:schemeClr val="dk1"/>
                </a:solidFill>
              </a:rPr>
              <a:t>, </a:t>
            </a:r>
            <a:r>
              <a:rPr lang="ro" sz="1100">
                <a:solidFill>
                  <a:schemeClr val="dk1"/>
                </a:solidFill>
              </a:rPr>
              <a:t>HR202</a:t>
            </a:r>
            <a:r>
              <a:rPr lang="ro" sz="1100">
                <a:solidFill>
                  <a:schemeClr val="dk1"/>
                </a:solidFill>
              </a:rPr>
              <a:t>, </a:t>
            </a:r>
            <a:r>
              <a:rPr lang="ro" sz="1100">
                <a:solidFill>
                  <a:schemeClr val="dk1"/>
                </a:solidFill>
              </a:rPr>
              <a:t>MQ-7</a:t>
            </a:r>
            <a:r>
              <a:rPr lang="ro" sz="1100">
                <a:solidFill>
                  <a:schemeClr val="dk1"/>
                </a:solidFill>
              </a:rPr>
              <a:t>, </a:t>
            </a:r>
            <a:r>
              <a:rPr lang="ro" sz="1100">
                <a:solidFill>
                  <a:schemeClr val="dk1"/>
                </a:solidFill>
              </a:rPr>
              <a:t>motion</a:t>
            </a:r>
            <a:r>
              <a:rPr lang="ro" sz="1100">
                <a:solidFill>
                  <a:schemeClr val="dk1"/>
                </a:solidFill>
              </a:rPr>
              <a:t>, </a:t>
            </a:r>
            <a:r>
              <a:rPr lang="ro" sz="1100">
                <a:solidFill>
                  <a:schemeClr val="dk1"/>
                </a:solidFill>
              </a:rPr>
              <a:t>sound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6" title="Node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267201" cy="2286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Nodes (ESP32):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 as independent CoAP servers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Expose sensor values: temperature, humidity, pressure, CO, vibration, sound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firmware: sensor drivers + network logic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Server (</a:t>
            </a:r>
            <a:r>
              <a:rPr lang="ro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Node.js</a:t>
            </a: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Polls multiple sensor nodes periodically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latest readings per node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Serves live dashboard to web clients (desktop &amp; mobile)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Triggers alerts when readings exceed safe thresholds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Interface: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live sensor values for all nodes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Auto-refresh and raw JSON output for debugging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 from any device on the network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</a:rPr>
              <a:t>Tested with 2 nodes: primary full sensors, secondary BME-only</a:t>
            </a:r>
            <a:endParaRPr sz="11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</a:rPr>
              <a:t>Web app shows independent live data</a:t>
            </a:r>
            <a:endParaRPr sz="11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o" sz="1100">
                <a:solidFill>
                  <a:schemeClr val="dk1"/>
                </a:solidFill>
              </a:rPr>
              <a:t>Alerts triggered based on thresholds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8" name="Google Shape;88;p18" title="Physica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75" y="2571750"/>
            <a:ext cx="4267203" cy="2402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 title="WebNo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703" y="329275"/>
            <a:ext cx="4184879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ro" sz="1800">
                <a:latin typeface="Times New Roman"/>
                <a:ea typeface="Times New Roman"/>
                <a:cs typeface="Times New Roman"/>
                <a:sym typeface="Times New Roman"/>
              </a:rPr>
              <a:t>Multi-node support (independent operation)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ro" sz="1800">
                <a:latin typeface="Times New Roman"/>
                <a:ea typeface="Times New Roman"/>
                <a:cs typeface="Times New Roman"/>
                <a:sym typeface="Times New Roman"/>
              </a:rPr>
              <a:t>Threshold-based alerts: CO, vibration, temperature, pressure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ro" sz="1800">
                <a:latin typeface="Times New Roman"/>
                <a:ea typeface="Times New Roman"/>
                <a:cs typeface="Times New Roman"/>
                <a:sym typeface="Times New Roman"/>
              </a:rPr>
              <a:t>Resilient server: continues polling even if one node fails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ro" sz="1800">
                <a:latin typeface="Times New Roman"/>
                <a:ea typeface="Times New Roman"/>
                <a:cs typeface="Times New Roman"/>
                <a:sym typeface="Times New Roman"/>
              </a:rPr>
              <a:t>Accessible from mobile &amp; desktop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9" title="WebDa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375" y="445025"/>
            <a:ext cx="410093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1745700"/>
            <a:ext cx="85206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10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